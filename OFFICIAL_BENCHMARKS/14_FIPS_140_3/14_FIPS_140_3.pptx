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2026-10-02T09:29:07.689674Z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14a349f1a0d66c4c99ce9b10060a04e9cf899d995756485c042623b279619918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2026-10-02T09:29:07.689674Z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