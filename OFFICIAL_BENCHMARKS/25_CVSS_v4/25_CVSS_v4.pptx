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2026-10-02T09:29:09.693260Z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a84df7cb7ca953a39e5c10b4b7dde3a4ac92e97bfa2dfd92b7c00ea9dd4c06e3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2026-10-02T09:29:09.693260Z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