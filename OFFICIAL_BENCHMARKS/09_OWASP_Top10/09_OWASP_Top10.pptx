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2026-10-02T09:29:06.696466Z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719edb74100ad7d25e8dd65d1f3a329d2375c2fd6e4ec57ce75c3fd9b4e20a61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2026-10-02T09:29:06.696466Z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