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2026-10-02T09:29:05.244145Z | Framework ID: 01_FedRAMP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FedRAMP Authorization Act (2022), NIST SP 800-53 Rev5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all 6 Anticloud modules satisfy AC, AU, CA, CM, IA, SC, SI control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 — 421 controls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+ Provenance chain + Zero Trust mTLS satisfy AC-3, AU-9, SC-8, SC-28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5e4840d5ffc65b380969bb8c8c87ec3cf3b31b64052cc7e5886ecc184cab217c</a:t>
            </a:r>
          </a:p>
          <a:p>
            <a:r>
              <a:rPr sz="1000">
                <a:solidFill>
                  <a:srgbClr val="222222"/>
                </a:solidFill>
              </a:rPr>
              <a:t>  SHA3-256 (chain) | 0a5b53662dace4e7aae19d07ab9e5ca9c72aad40339756f3fcc5799c698a2ce7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2026-10-02T09:29:05.244145Z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