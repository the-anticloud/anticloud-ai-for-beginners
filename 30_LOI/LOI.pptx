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AI_FOR_BEGINNERS | Category: AUTOMOTIVE</a:t>
            </a:r>
          </a:p>
          <a:p>
            <a: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AI_FOR_BEGINNERS ((swap) Use: github.com/poliastro/poliastro — (swap) Use: github.com/autowarefoundation/autoware — Autonomous driving framework),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Apache 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